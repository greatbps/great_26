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44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C0B38-ED44-40BB-803E-B4F5ADA55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F4EB16-7B1C-CAF3-AA94-D695A8E2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05F73-8010-C2F8-7166-6F5C6EEA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ABBA0-0482-B56D-37B9-E6F900BB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DCAAD-3E02-5A7F-67B2-D5C7D1AC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11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E3CFB-65CA-97DA-8B3E-D9D63F95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FFBA0-D93D-6C90-516B-3AE17545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C6E9E-9698-0040-9DEE-A2486209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FFC4A6-4987-6FD4-7B80-B97832D5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95AAB-BD61-AC27-2D9F-1D57D5DB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45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C997A-345F-A03B-B42A-AC3ECF2F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367D11-2552-83CD-92F4-868D15AF6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03B0-2E16-2B70-C12C-A63500CD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C5F27-2B20-4771-D2A3-CD812CF9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7385D-ECB4-B9F3-C673-4043C218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29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385C8-2817-F2AE-547A-2F57CAA2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62219-0A6C-1E15-23AB-182E8005A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F45C23-7F53-5734-3CB2-CAF1F7FDA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E53AE-DC5F-FF66-19F5-AA92BC3F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75BE2B-A54D-3B4F-5771-83CE9720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DF73ED-D07B-1C2F-8500-AC020729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5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C064C-A115-F592-3D67-F3CA19CB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A39B12-988A-B50B-3D7F-7D87378A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3F047-C8CD-16AA-DEF9-BDA969CEA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F99C56-2F9B-254C-7F33-1A32FAAD4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EF7C0B-A1B1-C297-DE9D-29A815549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A06B7A-C646-CD04-E3D5-5C03A96E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C3D7CD-2064-9B68-B112-7B3BF57D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E3F23A-4E55-D0B2-35BE-6A1E7BAE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14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E9A44-BEF1-02DA-5CC8-39C41723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2F630B-B316-1686-17D5-22968729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4E8B33-E227-2EFC-3130-E8EA1945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052D00-7662-D47B-6E52-44AAA0C6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9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905D44-D573-02D9-7F54-1EADF454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0D2B9A-8300-1605-309D-4B538D98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F5BB6-8B9D-2891-7430-1D1EA7BF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674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936CA-9C49-6974-F1B8-FFD046DF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DD822-7DFC-2B80-7A6F-9364FB92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0FB7A0-13FD-4492-EAE1-38593404D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62F2C4-ECA9-A4CA-E78E-3F34190E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978A9D-E55A-9772-C4AC-C7677769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1F5973-7E40-CA4E-878B-69F00471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8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626A9-AF21-2977-33B4-86F2D979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E3B993-0554-21A7-7019-A15564B05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F05D0E-ADF6-1846-29EB-FFF345BA1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5AECE8-D31F-FE2D-A759-5FC7E701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1BA40-F67C-FB65-938D-6F82A261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7ACFC-39E1-67B7-4F12-7D45727B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55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1F2B2-EAC6-8B49-818E-B6E409F0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EA22E0-44F9-64D4-E192-66836F79C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5CF5B-4076-2079-0CB3-02F1F416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651D88-4DDE-EAF4-1A6D-78624C62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914FB6-BD76-0ADF-161B-BCA578C6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2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249C33-4F55-BA12-E872-FDBFACFB9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299EE-8BAA-1407-8C26-F4D3979A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26595-2035-ADD4-2E19-8A0EB902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FBF87-BEEE-341D-A1BD-36E07109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7C0C9-4F70-AA2A-9DBC-2D7ADD81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65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A94E1A-3186-400D-F821-CB6F6D7A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E4D68D-23DE-6095-9014-0E5CB997F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435DA8-CC7F-817A-44F9-27F7282E8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BBE87-6183-4BEF-B889-8531E550F23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D6D4B-5C2C-5F50-D3F2-64DEE3324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E0F34-C20B-7CDF-60D0-A90D60893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FFA00-D6D7-4EF4-B49E-23C586FED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65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0BB4B22-4488-215A-A805-CAF2A8B2A8F1}"/>
              </a:ext>
            </a:extLst>
          </p:cNvPr>
          <p:cNvGrpSpPr/>
          <p:nvPr/>
        </p:nvGrpSpPr>
        <p:grpSpPr>
          <a:xfrm>
            <a:off x="2160562" y="1079551"/>
            <a:ext cx="2329485" cy="2125561"/>
            <a:chOff x="2207106" y="1513185"/>
            <a:chExt cx="2796480" cy="2125561"/>
          </a:xfrm>
        </p:grpSpPr>
        <p:sp>
          <p:nvSpPr>
            <p:cNvPr id="5" name="사각형: 둥근 대각선 방향 모서리 4">
              <a:extLst>
                <a:ext uri="{FF2B5EF4-FFF2-40B4-BE49-F238E27FC236}">
                  <a16:creationId xmlns:a16="http://schemas.microsoft.com/office/drawing/2014/main" id="{7524689F-DD76-EA95-9FDA-638034814607}"/>
                </a:ext>
              </a:extLst>
            </p:cNvPr>
            <p:cNvSpPr/>
            <p:nvPr/>
          </p:nvSpPr>
          <p:spPr>
            <a:xfrm>
              <a:off x="2233544" y="1513185"/>
              <a:ext cx="2642092" cy="2125561"/>
            </a:xfrm>
            <a:prstGeom prst="round2DiagRect">
              <a:avLst/>
            </a:prstGeom>
            <a:noFill/>
            <a:ln w="539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B63367-2800-D2AB-1184-4D9189D85E6E}"/>
                </a:ext>
              </a:extLst>
            </p:cNvPr>
            <p:cNvSpPr txBox="1"/>
            <p:nvPr/>
          </p:nvSpPr>
          <p:spPr>
            <a:xfrm>
              <a:off x="2207106" y="1672519"/>
              <a:ext cx="2796480" cy="1877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3</a:t>
              </a: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 이상 </a:t>
              </a:r>
              <a: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IT</a:t>
              </a:r>
              <a: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</a:t>
              </a: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디지털 전환 </a:t>
              </a:r>
              <a:b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</a:b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제안 프로젝트 수행</a:t>
              </a:r>
              <a:endParaRPr lang="en-US" altLang="ko-KR" sz="16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endParaRPr>
            </a:p>
            <a:p>
              <a:pPr marL="88900" indent="-889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참여 프로젝트 수주율 </a:t>
              </a:r>
              <a:b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</a:br>
              <a: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70% </a:t>
              </a: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이상 달성</a:t>
              </a:r>
              <a:endParaRPr lang="en-US" altLang="ko-KR" sz="16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endParaRPr>
            </a:p>
            <a:p>
              <a:pPr marL="88900" indent="-889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IT </a:t>
              </a: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컨설턴트로서의 </a:t>
              </a:r>
              <a:br>
                <a:rPr lang="en-US" altLang="ko-KR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</a:br>
              <a:r>
                <a:rPr lang="ko-KR" altLang="en-US" sz="1600" dirty="0"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전문 포지션 확립</a:t>
              </a:r>
              <a:endParaRPr lang="ko-KR" altLang="en-US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517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KoPub돋움체 Medium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준한 이</dc:creator>
  <cp:lastModifiedBy>준한 이</cp:lastModifiedBy>
  <cp:revision>2</cp:revision>
  <dcterms:created xsi:type="dcterms:W3CDTF">2026-01-05T06:32:40Z</dcterms:created>
  <dcterms:modified xsi:type="dcterms:W3CDTF">2026-01-05T06:39:19Z</dcterms:modified>
</cp:coreProperties>
</file>